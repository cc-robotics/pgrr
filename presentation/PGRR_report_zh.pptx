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B1F23"/>
                </a:solidFill>
                <a:latin typeface="Noto Sans CJK SC"/>
              </a:defRPr>
            </a:pPr>
            <a:r>
              <a:t>PGRR：规划引导、失败触发的动态社会导航恢复与重接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42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356E9F"/>
                </a:solidFill>
                <a:latin typeface="Noto Sans CJK SC"/>
              </a:defRPr>
            </a:pPr>
            <a:r>
              <a:t>PGRR: Planning-Guided Failure-Triggered Recovery and Rejoin for Dynamic Social Navigation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97225"/>
            <a:ext cx="7589520" cy="34808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49640" y="2743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EI 会议项目汇报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锁定 Test 结果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Charles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01/30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一句话结论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学习模块不是新的底盘控制器，而是受规划约束的短时恢复决策层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正常状态继续使用 Nav2 DWB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持续风险、冻结、振荡或死锁证据才触发恢复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策略选择临时子目标或 WAIT / BACKUP / REPLAN / CONTINUE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完成后恢复原始 PointGoal 并重新接回经典导航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历史 v1 64/64（非 v6）：PGRR/Base 碰撞 0/24 vs 19/24、超时 16/24 vs 0/24、到达 8/24 vs 5/24；校正成功差异不显著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动态社会导航：局部可行不等于交互可恢复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八类场景把几何约束、相互让行与突发遮挡分开检验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对向会车与双向流：双方局部最优轨迹互相占据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门口与群体封堵：几何瓶颈要求显式退让或绕行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交叉流与盲角：有限视野下风险快速进入控制窗口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超车与临时封堵：短时最优可能演化为冻结或振荡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DWB 在 Nav2 中负责什么？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全局规划给路径，DWB 在局部代价地图上持续选择速度命令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Planner Server 产生通往 PointGoal 的全局路径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Controller Server 调用 DWB 处理局部障碍与轨迹跟踪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输出 cmd_vel；机器人执行后再以新观测滚动重算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PGRR 不替换这条控制链，只在失败时临时改变局部目标</a:t>
            </a:r>
          </a:p>
        </p:txBody>
      </p:sp>
      <p:pic>
        <p:nvPicPr>
          <p:cNvPr id="6" name="Picture 5" descr="dwb_nav2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98863"/>
            <a:ext cx="6126480" cy="27289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Dynamic Window：只搜索当前可达的速度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Dynamic Window 是 DWA 的思想来源；DWB 通过可插拔 generator 产生候选轨迹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DWA 用当前速度、加速度和制动约束构造短时可达窗口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的 trajectory generator 是可插拔接口，具体插件由配置决定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generator 对候选控制向前 rollout，形成多条局部轨迹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原始 DWA 要求足够制动距离；DWB 合法性由 generator 与 critics 决定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本图解释 DWA 思想，不断言冻结项目采用特定 generator</a:t>
            </a:r>
          </a:p>
        </p:txBody>
      </p:sp>
      <p:pic>
        <p:nvPicPr>
          <p:cNvPr id="6" name="Picture 5" descr="dwb_dynamic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591399"/>
            <a:ext cx="6126480" cy="2543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DWB 如何选出一条轨迹？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多个 critic 对候选轨迹逐项评分，加权总成本最低者成为速度命令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障碍相关 critic：检查碰撞与足迹净空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路径相关 critic：约束路径对齐与偏离距离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目标相关 critic：鼓励朝局部目标推进并正确收尾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振荡等 critic：抑制不稳定或反复切换的局部动作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图中是官方 DWB 机制说明，不宣称本项目新增 critic</a:t>
            </a:r>
          </a:p>
        </p:txBody>
      </p:sp>
      <p:pic>
        <p:nvPicPr>
          <p:cNvPr id="6" name="Picture 5" descr="dwb_critic_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98863"/>
            <a:ext cx="6126480" cy="27289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为什么 DWB 在社会交互中仍可能失败？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局部轨迹最优不包含对方意图，也不保证跨多个滚动窗口主动解套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门口会车：两侧都选择前进，安全轨迹集合逐步收缩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对向僵持：短窗口内后退代价高，却可能是长期可恢复动作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滚动重规划：相邻周期的局部最优可能左右反复切换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参数调优能改变偏好，但不能提供失败后的显式恢复记忆</a:t>
            </a:r>
          </a:p>
        </p:txBody>
      </p:sp>
      <p:pic>
        <p:nvPicPr>
          <p:cNvPr id="6" name="Picture 5" descr="dwb_social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93214"/>
            <a:ext cx="6126480" cy="2340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放在哪里：失败时接管目标，不接管速度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正常导航始终由 DWB 控制，恢复层只短时选择临时子目标或离散行为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可观测历史 → 规则失败证据 → 滞回状态机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候选恢复动作 → planning mask → 选定策略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Goal Mux 保存原始 PointGoal，再发送临时子目标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执行临时目标；确认恢复进展后重接原目标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何时触发：多帧失败证据，而不是一次噪声尖峰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碰撞风险、冻结、振荡和死锁使用不同证据，并由滞回与 cooldown 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碰撞风险：硬防护或持续闭合趋势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冻结：请求运动但目标进展与位移持续不足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振荡：角速度多次换向且没有有效推进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死锁：长期阻塞，经典局部控制无法自行恢复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episode 终局仍独立保留，不用 failure score 替代</a:t>
            </a:r>
          </a:p>
        </p:txBody>
      </p:sp>
      <p:pic>
        <p:nvPicPr>
          <p:cNvPr id="6" name="Picture 5" descr="dwb_social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93214"/>
            <a:ext cx="6126480" cy="2340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25 个恢复动作 + Action Mask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学习策略只在规划可行的高层动作中选择，临时目标仍由 DWB 跟踪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21 个临时子目标：3 个半径 × 7 个相对方向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WAIT、BACKUP、REPLAN、CONTINUE 四个离散行为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障碍内、地图外、局部不可达或不连通子目标被屏蔽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后方净空不足时禁止 BACKUP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masked invalid action rate 在部署中必须为 0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独立安全监督器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学习决策永远不能覆盖紧急停止优先级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停止距离 = 制动距离 + 延迟距离 + margin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窄前向区域保留即时硬防护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偏轴风险需要时间一致的闭合证据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旋转净空与平移足迹停止距离分离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所有 emergency intervention 单独记录</a:t>
            </a:r>
          </a:p>
        </p:txBody>
      </p:sp>
      <p:pic>
        <p:nvPicPr>
          <p:cNvPr id="6" name="Picture 5" descr="dwb_dynamic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591399"/>
            <a:ext cx="6126480" cy="2543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有界恢复状态机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滞回、cooldown、动作保持、重接和最大尝试共同抑制抖动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NORMAL → PENDING → RECOVERY → REJOIN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原目标在进入恢复时保存，临时目标结束后恢复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REJOIN 只有重新产生原目标进展后才返回 NORMAL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EMERGENCY STOP 可从任意执行状态抢占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超时和连续失败进入明确终止状态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特权短时域规划专家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用未来短窗口比较所有合法恢复动作，而不是人工逐帧标注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读取机器人、地图、行人位置速度和短时预测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对每个合法候选进行差速运动学 rollout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联合计算碰撞、进展、社会距离、重接、平滑与时间成本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输出最优动作、25 维代价、mask 和 margin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专家只用于训练与 Oracle 分析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Behavior Cloning：先学习专家映射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BC 在专家数据分布上拟合 25 类动作，但不会主动看见自身错误后的状态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LiDAR 1D CNN + 导航状态 MLP → 25 logits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监督目标来自特权专家在合法动作集合中的选择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Uniform BC 是相同观测、动作和 mask 下的直接对照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一次小错误会改变后续观测，产生训练时稀少的恢复状态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因此离线 top-1 accuracy 不能替代闭环评估</a:t>
            </a:r>
          </a:p>
        </p:txBody>
      </p:sp>
      <p:pic>
        <p:nvPicPr>
          <p:cNvPr id="6" name="Picture 5" descr="bc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91329"/>
            <a:ext cx="6126480" cy="27440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BC 的误差为什么会在闭环累积？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策略一旦偏离专家轨迹，后续输入不再服从原始示范分布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专家数据主要覆盖理想恢复路径附近的状态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学习器的早期误差会把机器人带入未覆盖区域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未覆盖区域上预测更差，继续放大轨迹偏差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恢复任务尤其容易出现 WAIT、BACKUP 或左右切换循环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需要在学习器真正访问的状态上重新询问专家</a:t>
            </a:r>
          </a:p>
        </p:txBody>
      </p:sp>
      <p:pic>
        <p:nvPicPr>
          <p:cNvPr id="6" name="Picture 5" descr="bc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91329"/>
            <a:ext cx="6126480" cy="27440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DAgger：在学习器访问的状态上询问专家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闭环采样、专家重标、数据聚合与重新训练构成迭代分布覆盖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以当前策略在 train split 闭环运行，收集实际访问状态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特权专家为这些状态给出合法恢复动作标签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把新样本并入聚合数据集，再训练下一候选策略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只用固定 validation 选择是否接受候选 checkpoint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test 在模型和协议冻结前保持关闭</a:t>
            </a:r>
          </a:p>
        </p:txBody>
      </p:sp>
      <p:pic>
        <p:nvPicPr>
          <p:cNvPr id="6" name="Picture 5" descr="dagger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98863"/>
            <a:ext cx="6126480" cy="27289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的两轮 DAgger 与模型选择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工作流完整执行两轮，但 validation 没有提升的第二候选不会进入最终模型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起点：Uniform BC checkpoint 与固定训练数据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Round 1：闭环收集策略诱导状态，专家重标并聚合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Round 2：流程完成，但候选在 validation 上被拒绝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最终导出 validation 选择的 Triggered-DAgger best.onnx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margin weighting 未改善冻结离线消融，作为负面结果保留</a:t>
            </a:r>
          </a:p>
        </p:txBody>
      </p:sp>
      <p:pic>
        <p:nvPicPr>
          <p:cNvPr id="6" name="Picture 5" descr="pgrr_dagger_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98863"/>
            <a:ext cx="6126480" cy="27289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训练—部署隔离与锁定规则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专家可使用仿真特权信息；部署模型只接受机器人可观测量和 planning mask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训练侧：行人真值与短时未来只用于专家 rollout 标签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部署侧：LiDAR、目标、局部路径、速度、进展与 planner 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Train / validation / test 按 scenario 与 map 分离，不按 frame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同一 pair 的场景、地图、seed 和行人配置跨方法一致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checkpoint、代码与协议冻结后才打开 120 条件 test</a:t>
            </a:r>
          </a:p>
        </p:txBody>
      </p:sp>
      <p:pic>
        <p:nvPicPr>
          <p:cNvPr id="6" name="Picture 5" descr="pgrr_dagger_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98863"/>
            <a:ext cx="6126480" cy="27289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真实 Arena/Gazebo 运行环境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不是示意图：Jackal、动态行人、静态瓶颈与 Nav2 DWB 在同一 episode 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Ubuntu 22.04 / ROS2 Humble / Arena Gazebo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Jackal / Nav2 DWB / 平面 LiDAR / 动态代理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历史 moderate-v5 validation 环境演示（不是另一当前版本）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episode ID：runtime_capture_gazebo_doorway_bottleneck_medium_20260806T054015Z_3875172；pixel SHA256：5313957c3032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截图仅证明真实运行环境，不替代锁定 test 的总体统计</a:t>
            </a:r>
          </a:p>
        </p:txBody>
      </p:sp>
      <p:pic>
        <p:nvPicPr>
          <p:cNvPr id="6" name="Picture 5" descr="runtime_gazebo_doorway_bottleneck_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27" y="1600200"/>
            <a:ext cx="5356544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五方法、同条件、完整证据链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 Base DWB 到 PGRR，五种方法共享 120 个锁定条件并保留全部终局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Base、Standard、Heuristic、Uniform BC、PGRR 各 120 回合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八个 family × 三档 density × 五次重复，共 600 logical episodes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终局：到达、碰撞、超时、规划失败；基础设施失败另列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到达/碰撞/超时做配对 McNemar，并进行全局 Holm 校正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共同成功效率只在双方都到达的 pair 内比较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规划失败仅做描述性率与差值，不补做事后显著性检验</a:t>
            </a:r>
          </a:p>
        </p:txBody>
      </p:sp>
      <p:pic>
        <p:nvPicPr>
          <p:cNvPr id="6" name="Picture 5" descr="evaluation_evidenc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54068"/>
            <a:ext cx="6126480" cy="24185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主结果：完整终止类别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锁定 test：终止结果按四类完整报告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配对条件：120；方法 episode：600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到达 / 碰撞 / 超时：70.8% / 29.2% / 0.0%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PGRR 到达 / 碰撞 / 超时：90.8% / 0.0% / 1.7%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规划失败（描述性、非预注册推断端点）：DWB 0.0%；PGRR 7.5%；差 +7.5 个百分点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基础设施排除：0，未并入算法分母</a:t>
            </a:r>
          </a:p>
        </p:txBody>
      </p:sp>
      <p:pic>
        <p:nvPicPr>
          <p:cNvPr id="6" name="Picture 5" descr="result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09410"/>
            <a:ext cx="6126480" cy="31078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密度分层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三档密度全部展示，不做事后子集选择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Low：DWB 72.5%；PGRR 92.5%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Medium：DWB 72.5%；PGRR 90.0%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High：DWB 67.5%；PGRR 90.0%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柱状图来自同一 approved results.parquet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阶段：锁定 test</a:t>
            </a:r>
          </a:p>
        </p:txBody>
      </p:sp>
      <p:pic>
        <p:nvPicPr>
          <p:cNvPr id="6" name="Picture 5" descr="resul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09410"/>
            <a:ext cx="6126480" cy="31078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八类交互族结果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聚合结果必须回到八类交互几何检查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每个单元显示目标到达率，覆盖全部预声明 family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矩阵用于识别收益集中、退化和不可恢复结构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场景差异为描述性分析，不自动构成显著性结论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阶段：锁定 test</a:t>
            </a:r>
          </a:p>
        </p:txBody>
      </p:sp>
      <p:pic>
        <p:nvPicPr>
          <p:cNvPr id="6" name="Picture 5" descr="result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58063"/>
            <a:ext cx="6126480" cy="40105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对 Baseline 的配对效应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四个 baseline × 三个终止端点均给出配对差、区间、校正 p 与效应量</a:t>
            </a:r>
          </a:p>
        </p:txBody>
      </p:sp>
      <p:pic>
        <p:nvPicPr>
          <p:cNvPr id="5" name="Picture 4" descr="result_paired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6424"/>
            <a:ext cx="10881360" cy="4632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共同成功条件下的配对效率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只在两者都到达的同一 pair 内比较效率，并保留全部失败终局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共同到达 pair：83；Base 与 PGRR 必须同时 GOAL_REACHED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时长差 PGRR-DWB：+15.877 [+11.427, +20.834] s；Holm p=&lt;0.001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路径差 PGRR-DWB：+1.886 [+1.205, +2.691] m；Holm p=&lt;0.001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条件于 joint success；不能删除或替代碰撞、超时和规划失败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阶段：锁定 test</a:t>
            </a:r>
          </a:p>
        </p:txBody>
      </p:sp>
      <p:pic>
        <p:nvPicPr>
          <p:cNvPr id="6" name="Picture 5" descr="result_joint_success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707778"/>
            <a:ext cx="6126480" cy="23111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Matched Base--PGRR 真实运行对比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固定 matched pair 公开 Base--PGRR 空间轨迹与真实终局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选择规则：eligible: PGRR trigger + configured static geometry + actor routes; order: Base failure/PGRR goal, outcome contrast, PGRR goal, density, trigger count, family, seed, pair_id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终局：COLLISION；raw SHA 3b2969e6d15e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PGRR 终局：GOAL_REACHED；raw SHA 7c81c150788a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pair：blind_corner_high_test_moderate_v6_r00_s87320_seed87320；scenario：blind_corner_high_test_moderate_v6_r00_s87320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轨迹是 JSONL/Parquet 遥测重建，不是 camera screenshot</a:t>
            </a:r>
          </a:p>
        </p:txBody>
      </p:sp>
      <p:pic>
        <p:nvPicPr>
          <p:cNvPr id="6" name="Picture 5" descr="result_matched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130083"/>
            <a:ext cx="6126480" cy="34665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恢复时序（同一 Matched Pair）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恢复触发、状态切换和目标进展来自同一 PGRR raw 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pair：blind_corner_high_test_moderate_v6_r00_s87320_seed87320；PGRR episode：blind_corner_high_test_moderate_v6_r00_s87320_eval_pgrr_r95ec74c511bb_a0_dwb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PGRR 终局：GOAL_REACHED；raw SHA 7c81c150788a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时间线包含记录的目标距离、failure score、恢复状态与触发事件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时间线是 telemetry reconstruction，不是 camera screenshot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n=1 描述性运行证据；总体结论仍来自完整 outcome 分解</a:t>
            </a:r>
          </a:p>
        </p:txBody>
      </p:sp>
      <p:pic>
        <p:nvPicPr>
          <p:cNvPr id="6" name="Picture 5" descr="result_matched_recover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702370"/>
            <a:ext cx="6126480" cy="43219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失败案例与局限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降低碰撞但增加 timeout 仍然是失败转移，必须公开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重点检查长期 WAIT、持续 BACKUP、左右切换和重复恢复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规则触发可能误报或漏报，action mask 可能过于保守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二维 LiDAR、已知地图、离散动作和仿真人群限制外推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历史 v1 64/64（非 v6）显示碰撞下降伴随 timeout 上升；到达 8/24 vs 5/24 的校正比较不显著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PPO、学习 detector、第二 planner、Flatland、硬件和形式安全均未完成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复现与工程交付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代码、结果、图表、论文和汇报共享同一证据链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锁定 episode manifest、run manifest 和 results.parquet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保存项目 commit、Arena commit、checkpoint 与场景 SHA256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图表和 TeX 表格全部自动生成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发布门禁：test 技术报告固定 32 页；PPTX/PDF 固定 30 页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发布前执行测试、字体、关系、占位符和隐私审计</a:t>
            </a:r>
          </a:p>
        </p:txBody>
      </p:sp>
      <p:pic>
        <p:nvPicPr>
          <p:cNvPr id="6" name="Picture 5" descr="evaluation_evidenc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54068"/>
            <a:ext cx="6126480" cy="24185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结论与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PGRR 的核心不是替代经典规划，而是让失败恢复可学习、可约束、可解释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经典规划器保持常态控制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特权规划专家降低人工恢复标注成本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DAgger 覆盖策略诱导的困难恢复状态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 mask 与有界状态机限制学习策略作用域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当前汇报阶段：锁定 Test 结果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356E9F"/>
                </a:solidFill>
                <a:latin typeface="Noto Sans CJK SC"/>
              </a:defRPr>
            </a:pPr>
            <a:r>
              <a:t>锁定 Test 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30/30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PGRR: Planning-Guided Failure-Triggered Recovery and Rejoin for Dynamic Social Navigation</dc:title>
  <dc:subject>stage=test; 30-slide reproducible briefing</dc:subject>
  <dc:creator>Charles Chen</dc:creator>
  <cp:keywords/>
  <dc:description>generated using python-pptx</dc:description>
  <cp:lastModifiedBy>Charles Chen</cp:lastModifiedBy>
  <cp:revision>1</cp:revision>
  <dcterms:created xsi:type="dcterms:W3CDTF">2013-01-27T09:14:16Z</dcterms:created>
  <dcterms:modified xsi:type="dcterms:W3CDTF">2013-01-27T09:15:58Z</dcterms:modified>
  <cp:category/>
</cp:coreProperties>
</file>