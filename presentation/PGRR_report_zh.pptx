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B1F23"/>
                </a:solidFill>
                <a:latin typeface="Noto Sans CJK SC"/>
              </a:defRPr>
            </a:pPr>
            <a:r>
              <a:t>规划引导、失败触发的动态社会导航恢复与重接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42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356E9F"/>
                </a:solidFill>
                <a:latin typeface="Noto Sans CJK SC"/>
              </a:defRPr>
            </a:pPr>
            <a:r>
              <a:t>PGRR：让经典规划器保持常态控制，只在可观测失败前兆持续时介入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97225"/>
            <a:ext cx="7589520" cy="34808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49640" y="274320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EI 会议项目汇报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验证执行中｜数值待锁定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Charles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01/30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一句话结论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学习模块不是新的底盘控制器，而是受规划约束的短时恢复决策层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正常状态继续使用 Nav2 DWB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持续风险、冻结、振荡或死锁证据才触发恢复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策略选择临时子目标或 WAIT / BACKUP / REPLAN / CONTINUE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完成后恢复原始 PointGoal 并重新接回经典导航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为什么经典规划器仍会失败？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局部可行不等于动态交互可恢复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对向会车：双方持续占据彼此最优局部轨迹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门口竞争：短时最优控制造成冻结或相互抢占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盲角突现：有限视野下接近速度快速变化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临时封堵：局部规划器反复输出无效控制或振荡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失败不是单一碰撞标签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系统区分碰撞风险、冻结、振荡和动态死锁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碰撞风险：前向硬防护或持续闭合趋势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冻结：离目标仍远、位移不足且规划器请求运动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振荡：角速度多次换向但目标进展不足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死锁：持续阻塞且短窗口无法恢复有效进展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最终结局仍独立记录为到达、碰撞、超时或规划失败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研究问题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能否提高困难动态交互的恢复能力，同时不破坏正常规划稳定性？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介入应稀疏、可解释、可取消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学习动作必须经过规划可行性约束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训练可用特权监督，测试只能用机器人可观测信息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效果必须在相同 episode manifest 上配对比较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贡献与边界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贡献集中在失败触发、规划专家、恢复分布学习和受限重接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失败前触发的经典规划器恢复层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特权短时域规划自动生成恢复示范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Behavior Cloning + 两轮 DAgger 覆盖策略诱导状态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 action mask + 独立安全监督 + 有界状态机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不声称首次结合、不声称无碰撞保证、不把 PPO 写成完成贡献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总体架构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训练侧可用特权规划监督，部署侧严格闭合在 LiDAR 与 Nav2 状态上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观测构造 → 失败检测 → 滞回状态机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候选动作 → action mask → 恢复策略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Goal Mux 保存原目标并发送临时子目标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执行动作，重接后恢复常态控制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正式观测与触发证据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部署不使用行人真值、ID 或未来轨迹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最近 5 帧 × 180 beams LiDAR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目标极坐标与前方 8 个局部路径点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机器人速度与 DWB 当前输出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10 步目标进展和角速度历史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规划器状态与规则失败分数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25 个可解释恢复动作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策略做高层选择，不直接输出底盘速度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21 个临时子目标：3 个半径 × 7 个相对方向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4 个行为：WAIT、BACKUP、REPLAN、CONTINUE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临时目标仍由 DWB 跟踪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动作 ID 固定，训练、导出和 ROS 推理一致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Action Mask：先排除不可执行动作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策略只能在物理和规划上可行的候选集合内选择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障碍内、地图外、局部不可达或不连通子目标被屏蔽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明显进入动态占据区的子目标被屏蔽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后方净空不足时禁止 BACKUP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规划接口不可用时禁止 REPLAN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masked invalid action rate 在部署中必须为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独立安全监督器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学习决策永远不能覆盖紧急停止优先级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停止距离 = 制动距离 + 延迟距离 + margin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窄前向区域保留即时硬防护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偏轴风险需要时间一致的闭合证据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旋转净空与平移足迹停止距离分离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所有 emergency intervention 单独记录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有界恢复状态机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滞回、cooldown、动作保持、重接和最大尝试共同抑制抖动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NORMAL → PENDING → RECOVERY → REJOIN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原目标在进入恢复时保存，临时目标结束后恢复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REJOIN 只有重新产生原目标进展后才返回 NORMAL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EMERGENCY STOP 可从任意执行状态抢占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超时和连续失败进入明确终止状态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特权短时域规划专家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用未来短窗口比较所有合法恢复动作，而不是人工逐帧标注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读取机器人、地图、行人位置速度和短时预测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对每个合法候选进行差速运动学 rollout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联合计算碰撞、进展、社会距离、重接、平滑与时间成本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输出最优动作、25 维代价、mask 和 margin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专家只用于训练与 Oracle 分析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Behavior Cloning 与两轮 DAgger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DAgger 专门补充当前策略会访问、原始示范不足的恢复状态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LiDAR 1D CNN + 导航状态 MLP → 25 logits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训练先完成 Uniform BC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每轮在 train split 闭环运行并由专家重新标注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聚合数据后只在固定 validation 上选择 checkpoint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未选中的第二轮候选和 margin 负面结果继续保留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训练—部署信息隔离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强监督可以来自仿真真值，但部署接口必须保持可观测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privileged humans / future outcomes 只存在数据与专家侧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导出模型不包含真值行人张量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ROS 推理节点只接收标准化正式观测和 mask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schema、checkpoint manifest 与接口测试共同检查泄漏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真实 Arena/Gazebo 运行证据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不是概念图：Jackal、动态行人、静态瓶颈和 Nav2 在同一 episode 实际运行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场景：doorway_bottleneck / medium / validation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规划器：Nav2 DWB；仿真器：Gazebo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关联 episode 结局：GOAL_REACHED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截图、窗口、日志、commit 与 SHA256 均有元数据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该截图只作运行证明，不替代完整定量实验</a:t>
            </a:r>
          </a:p>
        </p:txBody>
      </p:sp>
      <p:pic>
        <p:nvPicPr>
          <p:cNvPr id="6" name="Picture 5" descr="runtime_gazebo_doorway_bottleneck_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27" y="1600200"/>
            <a:ext cx="5356544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八类场景 × 三档密度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从正面对向到临时封堵，覆盖不同动态交互结构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head-on、doorway、crossing、blind corner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group blocking、overtaking、opposite streams、temporary blockage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每类 low / medium / high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地图、起终点、行人路线和 seed 写入 manifest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Split、规模与锁定规则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validation 用于选择，test 只在代码、配置和 checkpoint 冻结后打开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Train / validation / test 使用不相交 seed 和 scenario ID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Validation：72 条件 × 5 方法 = 360 method-episodes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锁定 Test：120 条件 × 5 方法 = 600 method-episodes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同一 pair 的场景、地图、seed 和行人配置跨方法一致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test 结果不能反向调参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五种闭环对比方法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从纯经典基线到训练分布聚合，逐级增加恢复能力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DWB：无 PGRR 恢复层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Standard：导航栈标准恢复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Heuristic：规则触发 + 手工动作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Uniform BC：相同观测、动作和 mask 的行为克隆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PGRR：选定 DAgger checkpoint + 有界恢复闭环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指标与统计协议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一个方法不能靠永远 WAIT 获得虚假安全优势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终止：到达、碰撞、超时、规划失败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效率：SPL、路径长度、导航时间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安全：最小人距、个人空间侵入、不舒适时间、紧急停止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恢复：触发、重接成功、持续时间、介入比例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配对 McNemar / Wilcoxon + bootstrap 95% CI + 全局 Holm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主结果：完整终止类别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只接受完整终止类别，不用安全替代完成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本页计划展示：五种方法的到达、碰撞、超时与规划失败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密度分层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密度效应必须展示全部 low / medium / high 单元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本页计划展示：三档密度的目标到达率与样本数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八类交互族结果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八类场景全部公开，不能只挑有利案例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本页计划展示：八个 family × 五种方法的完整目标到达矩阵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对 Baseline 的配对效应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配对效应与显著性必须来自锁定统计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本页计划展示：PGRR 相对四个 baseline 的配对差、区间与 Holm 校正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24/30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安全—效率视图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安全、效率与完成率必须联合解释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本页计划展示：最小人距与成功 episode 导航时间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恢复行为审计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恢复行为要检查 WAIT/BACKUP 滥用和过度介入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本页计划展示：触发、重接成功、恢复时长和介入比例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训练与消融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离线准确率不能替代闭环导航证据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本页计划展示：BC、DAgger、mask 与 checkpoint 选择消融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失败案例与局限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降低碰撞但增加 timeout 仍然是失败转移，必须公开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重点检查长期 WAIT、持续 BACKUP、左右切换和重复恢复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规则触发可能误报或漏报，action mask 可能过于保守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二维 LiDAR、已知地图、离散动作和仿真人群限制外推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没有形式化安全保证，也没有实机泛化结论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28/30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复现与工程交付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代码、结果、图表、论文和汇报共享同一证据链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锁定 episode manifest、run manifest 和 results.parquet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保存项目 commit、Arena commit、checkpoint 与场景 SHA256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图表和 TeX 表格全部自动生成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技术报告 25–35 页；PPTX/PDF 固定 30 页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发布前执行测试、字体、关系、占位符和隐私审计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结论与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PGRR 的核心不是替代经典规划，而是让失败恢复可学习、可约束、可解释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经典规划器保持常态控制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特权规划专家降低人工恢复标注成本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DAgger 覆盖策略诱导的困难恢复状态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规划 mask 与有界状态机限制学习策略作用域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当前汇报阶段：验证执行中｜数值待锁定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30/30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PGRR 动态社会导航技术汇报</dc:title>
  <dc:subject>stage=pending; 30-slide reproducible briefing</dc:subject>
  <dc:creator>Charles Chen</dc:creator>
  <cp:keywords/>
  <dc:description>generated using python-pptx</dc:description>
  <cp:lastModifiedBy>Charles Chen</cp:lastModifiedBy>
  <cp:revision>1</cp:revision>
  <dcterms:created xsi:type="dcterms:W3CDTF">2013-01-27T09:14:16Z</dcterms:created>
  <dcterms:modified xsi:type="dcterms:W3CDTF">2013-01-27T09:15:58Z</dcterms:modified>
  <cp:category/>
</cp:coreProperties>
</file>